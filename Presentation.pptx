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5C0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30000"/>
          </a:blip>
          <a:stretch>
            <a:fillRect/>
          </a:stretch>
        </p:blipFill>
        <p:spPr>
          <a:xfrm>
            <a:off x="8869680" y="100584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14884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BLOOD DONATION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731520" y="28346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2C1C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MANAGEMENT SYSTEM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749808" y="3703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Database &amp; API Presentation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749808" y="56235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  •  ASP.NET Core Web API  •  Entity Framework Core  •  SQL Server</a:t>
            </a: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972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system manages blood donors and recipients end-to-end.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9052560" y="502920"/>
            <a:ext cx="2377440" cy="2377440"/>
          </a:xfrm>
          <a:prstGeom prst="ellipse">
            <a:avLst/>
          </a:prstGeom>
          <a:solidFill>
            <a:srgbClr val="8C032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0" y="1051560"/>
            <a:ext cx="822960" cy="12801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2788920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1485900" y="3108960"/>
            <a:ext cx="822960" cy="822960"/>
          </a:xfrm>
          <a:prstGeom prst="ellipse">
            <a:avLst/>
          </a:prstGeom>
          <a:solidFill>
            <a:srgbClr val="F6E3E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50492" y="3273552"/>
            <a:ext cx="493776" cy="49377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85800" y="4114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donor information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731520" y="48006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donor profiles kept up to date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474720" y="2788920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411980" y="3108960"/>
            <a:ext cx="822960" cy="822960"/>
          </a:xfrm>
          <a:prstGeom prst="ellipse">
            <a:avLst/>
          </a:prstGeom>
          <a:solidFill>
            <a:srgbClr val="F6E3E7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6572" y="3273552"/>
            <a:ext cx="493776" cy="49377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611880" y="4114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blood donations</a:t>
            </a:r>
            <a:endParaRPr lang="en-US" sz="1350" dirty="0"/>
          </a:p>
        </p:txBody>
      </p:sp>
      <p:sp>
        <p:nvSpPr>
          <p:cNvPr id="15" name="Text 10"/>
          <p:cNvSpPr/>
          <p:nvPr/>
        </p:nvSpPr>
        <p:spPr>
          <a:xfrm>
            <a:off x="3657600" y="48006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donation logged with date &amp; quantity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400800" y="2788920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338060" y="3108960"/>
            <a:ext cx="822960" cy="822960"/>
          </a:xfrm>
          <a:prstGeom prst="ellipse">
            <a:avLst/>
          </a:prstGeom>
          <a:solidFill>
            <a:srgbClr val="F6E3E7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652" y="3273552"/>
            <a:ext cx="493776" cy="49377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537960" y="4114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recipient requests</a:t>
            </a:r>
            <a:endParaRPr lang="en-US" sz="1350" dirty="0"/>
          </a:p>
        </p:txBody>
      </p:sp>
      <p:sp>
        <p:nvSpPr>
          <p:cNvPr id="20" name="Text 14"/>
          <p:cNvSpPr/>
          <p:nvPr/>
        </p:nvSpPr>
        <p:spPr>
          <a:xfrm>
            <a:off x="6583680" y="48006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linked to hospitals in need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9326880" y="2788920"/>
            <a:ext cx="2697480" cy="32461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10264140" y="3108960"/>
            <a:ext cx="822960" cy="822960"/>
          </a:xfrm>
          <a:prstGeom prst="ellipse">
            <a:avLst/>
          </a:prstGeom>
          <a:solidFill>
            <a:srgbClr val="F6E3E7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28732" y="3273552"/>
            <a:ext cx="493776" cy="49377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464040" y="4114800"/>
            <a:ext cx="2423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via ASP.NET Core API</a:t>
            </a:r>
            <a:endParaRPr lang="en-US" sz="1350" dirty="0"/>
          </a:p>
        </p:txBody>
      </p:sp>
      <p:sp>
        <p:nvSpPr>
          <p:cNvPr id="25" name="Text 18"/>
          <p:cNvSpPr/>
          <p:nvPr/>
        </p:nvSpPr>
        <p:spPr>
          <a:xfrm>
            <a:off x="9509760" y="4800600"/>
            <a:ext cx="2331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read, update &amp; delete through a clean REST API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Database Tables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main tables form the backbone of the system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67612" y="2240280"/>
            <a:ext cx="768096" cy="768096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204" y="2404872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246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31520" y="37947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E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profiles &amp; contact info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42900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8C032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47972" y="2240280"/>
            <a:ext cx="768096" cy="768096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2564" y="2404872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246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BloodDonation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611880" y="37947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E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donations by donor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30936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28332" y="2240280"/>
            <a:ext cx="768096" cy="768096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2924" y="2404872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246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492240" y="37947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E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 profiles &amp; hospital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918972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8C032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108692" y="2240280"/>
            <a:ext cx="768096" cy="768096"/>
          </a:xfrm>
          <a:prstGeom prst="ellipse">
            <a:avLst/>
          </a:prstGeom>
          <a:solidFill>
            <a:srgbClr val="FFFFFF">
              <a:alpha val="18000"/>
            </a:srgbClr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3284" y="2404872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2461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BloodRequest</a:t>
            </a:r>
            <a:endParaRPr lang="en-US" sz="1550" dirty="0"/>
          </a:p>
        </p:txBody>
      </p:sp>
      <p:sp>
        <p:nvSpPr>
          <p:cNvPr id="23" name="Text 17"/>
          <p:cNvSpPr/>
          <p:nvPr/>
        </p:nvSpPr>
        <p:spPr>
          <a:xfrm>
            <a:off x="9372600" y="379476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F2E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requests by recipient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ER Diagram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relationships across the four core tables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2471166" y="1600200"/>
            <a:ext cx="7246620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5" name="Image 0" descr="/home/claude/pptx_build/er_diagr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9766" y="1828800"/>
            <a:ext cx="6789420" cy="45262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Relationships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One-to-many relationships link people to their activity records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914400" y="210312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1031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138160" y="210312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8C032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8138160" y="210312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BloodDonation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931920" y="212598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114800" y="2628900"/>
            <a:ext cx="3840480" cy="0"/>
          </a:xfrm>
          <a:prstGeom prst="line">
            <a:avLst/>
          </a:prstGeom>
          <a:noFill/>
          <a:ln w="19050">
            <a:solidFill>
              <a:srgbClr val="6B5E5C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931920" y="27660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Donor can donate many times.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14400" y="411480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2F3C7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41148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Recipient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8138160" y="4114800"/>
            <a:ext cx="3017520" cy="1051560"/>
          </a:xfrm>
          <a:prstGeom prst="roundRect">
            <a:avLst>
              <a:gd name="adj" fmla="val 8696"/>
            </a:avLst>
          </a:prstGeom>
          <a:solidFill>
            <a:srgbClr val="8C032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138160" y="4114800"/>
            <a:ext cx="30175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BloodRequest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931920" y="41376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114800" y="4640580"/>
            <a:ext cx="3840480" cy="0"/>
          </a:xfrm>
          <a:prstGeom prst="line">
            <a:avLst/>
          </a:prstGeom>
          <a:noFill/>
          <a:ln w="19050">
            <a:solidFill>
              <a:srgbClr val="6B5E5C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3931920" y="47777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5303520"/>
            <a:ext cx="10241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Recipient can request blood many times.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5C0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CRUD Operations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E8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supports full lifecycle management of every record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94360" y="21488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1394460" y="2514600"/>
            <a:ext cx="914400" cy="914400"/>
          </a:xfrm>
          <a:prstGeom prst="ellipse">
            <a:avLst/>
          </a:prstGeom>
          <a:solidFill>
            <a:srgbClr val="8C032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7340" y="2697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777240" y="42062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new donors, recipients, donations &amp; requests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37560" y="21488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137660" y="2514600"/>
            <a:ext cx="914400" cy="914400"/>
          </a:xfrm>
          <a:prstGeom prst="ellipse">
            <a:avLst/>
          </a:prstGeom>
          <a:solidFill>
            <a:srgbClr val="8C032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0540" y="26974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474720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3520440" y="42062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&amp; search existing records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080760" y="21488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880860" y="2514600"/>
            <a:ext cx="914400" cy="914400"/>
          </a:xfrm>
          <a:prstGeom prst="ellipse">
            <a:avLst/>
          </a:prstGeom>
          <a:solidFill>
            <a:srgbClr val="8C032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3740" y="26974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217920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6263640" y="42062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and correct existing data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8823960" y="2148840"/>
            <a:ext cx="2514600" cy="3566160"/>
          </a:xfrm>
          <a:prstGeom prst="roundRect">
            <a:avLst>
              <a:gd name="adj" fmla="val 436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9624060" y="2514600"/>
            <a:ext cx="914400" cy="914400"/>
          </a:xfrm>
          <a:prstGeom prst="ellipse">
            <a:avLst/>
          </a:prstGeom>
          <a:solidFill>
            <a:srgbClr val="8C032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06940" y="2697480"/>
            <a:ext cx="548640" cy="54864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961120" y="361188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800" dirty="0"/>
          </a:p>
        </p:txBody>
      </p:sp>
      <p:sp>
        <p:nvSpPr>
          <p:cNvPr id="23" name="Text 17"/>
          <p:cNvSpPr/>
          <p:nvPr/>
        </p:nvSpPr>
        <p:spPr>
          <a:xfrm>
            <a:off x="9006840" y="4206240"/>
            <a:ext cx="2148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8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records no longer needed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Technologies Used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modern, industry-standard Microsoft stack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286000"/>
            <a:ext cx="822960" cy="822960"/>
          </a:xfrm>
          <a:prstGeom prst="ellipse">
            <a:avLst/>
          </a:prstGeom>
          <a:solidFill>
            <a:srgbClr val="F6E3E7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04772" y="2450592"/>
            <a:ext cx="493776" cy="49377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337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C#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731520" y="4069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application language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2900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320540" y="2286000"/>
            <a:ext cx="822960" cy="822960"/>
          </a:xfrm>
          <a:prstGeom prst="ellipse">
            <a:avLst/>
          </a:prstGeom>
          <a:solidFill>
            <a:srgbClr val="F6E3E7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132" y="2450592"/>
            <a:ext cx="493776" cy="49377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66160" y="3337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Web API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3611880" y="4069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backend framework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30936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00900" y="2286000"/>
            <a:ext cx="822960" cy="822960"/>
          </a:xfrm>
          <a:prstGeom prst="ellipse">
            <a:avLst/>
          </a:prstGeom>
          <a:solidFill>
            <a:srgbClr val="F6E3E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5492" y="2450592"/>
            <a:ext cx="493776" cy="49377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446520" y="3337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6492240" y="4069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engine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9189720" y="1920240"/>
            <a:ext cx="2606040" cy="32918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81260" y="2286000"/>
            <a:ext cx="822960" cy="822960"/>
          </a:xfrm>
          <a:prstGeom prst="ellipse">
            <a:avLst/>
          </a:prstGeom>
          <a:solidFill>
            <a:srgbClr val="F6E3E7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5852" y="2450592"/>
            <a:ext cx="493776" cy="49377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33756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Framework Core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9372600" y="406908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ORM for data access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6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32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Project Benefits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640080" cy="640080"/>
          </a:xfrm>
          <a:prstGeom prst="ellipse">
            <a:avLst/>
          </a:prstGeom>
          <a:solidFill>
            <a:srgbClr val="F6E3E7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709928"/>
            <a:ext cx="329184" cy="32918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53619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blood management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371600" y="190195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system for every donor, recipient &amp; unit of blood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606040"/>
            <a:ext cx="640080" cy="640080"/>
          </a:xfrm>
          <a:prstGeom prst="ellipse">
            <a:avLst/>
          </a:prstGeom>
          <a:solidFill>
            <a:srgbClr val="F6E3E7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2761488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58775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data storage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1371600" y="295351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safely stored and accessed through the API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548640" y="3657600"/>
            <a:ext cx="640080" cy="640080"/>
          </a:xfrm>
          <a:prstGeom prst="ellipse">
            <a:avLst/>
          </a:prstGeom>
          <a:solidFill>
            <a:srgbClr val="F6E3E7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381304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6393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 donor searching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1371600" y="400507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right donor by name in seconds</a:t>
            </a:r>
            <a:endParaRPr lang="en-US" sz="1250" dirty="0"/>
          </a:p>
        </p:txBody>
      </p:sp>
      <p:sp>
        <p:nvSpPr>
          <p:cNvPr id="15" name="Shape 10"/>
          <p:cNvSpPr/>
          <p:nvPr/>
        </p:nvSpPr>
        <p:spPr>
          <a:xfrm>
            <a:off x="548640" y="4709160"/>
            <a:ext cx="640080" cy="640080"/>
          </a:xfrm>
          <a:prstGeom prst="ellipse">
            <a:avLst/>
          </a:prstGeom>
          <a:solidFill>
            <a:srgbClr val="F6E3E7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" y="486460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69087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3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hospital coordination</a:t>
            </a:r>
            <a:endParaRPr lang="en-US" sz="1600" dirty="0"/>
          </a:p>
        </p:txBody>
      </p:sp>
      <p:sp>
        <p:nvSpPr>
          <p:cNvPr id="18" name="Text 12"/>
          <p:cNvSpPr/>
          <p:nvPr/>
        </p:nvSpPr>
        <p:spPr>
          <a:xfrm>
            <a:off x="1371600" y="5056632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5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 and donations stay linked &amp; up to date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5C021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22000"/>
          </a:blip>
          <a:stretch>
            <a:fillRect/>
          </a:stretch>
        </p:blipFill>
        <p:spPr>
          <a:xfrm>
            <a:off x="-731520" y="3291840"/>
            <a:ext cx="3108960" cy="3108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8961120" y="822960"/>
            <a:ext cx="2377440" cy="2377440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6920" y="1508760"/>
            <a:ext cx="1005840" cy="100584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14400" y="26517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914400" y="3520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2C1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Answers</a:t>
            </a:r>
            <a:endParaRPr lang="en-US" sz="2000" dirty="0"/>
          </a:p>
        </p:txBody>
      </p:sp>
      <p:sp>
        <p:nvSpPr>
          <p:cNvPr id="7" name="Text 3"/>
          <p:cNvSpPr/>
          <p:nvPr/>
        </p:nvSpPr>
        <p:spPr>
          <a:xfrm>
            <a:off x="914400" y="5394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C7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Donation Management System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Blood Donation Management System</dc:title>
  <dc:subject>PptxGenJS Presentation</dc:subject>
  <dc:creator>Blood Donation Management System</dc:creator>
  <cp:lastModifiedBy>Blood Donation Management System</cp:lastModifiedBy>
  <cp:revision>1</cp:revision>
  <dcterms:created xsi:type="dcterms:W3CDTF">2026-07-01T22:28:21Z</dcterms:created>
  <dcterms:modified xsi:type="dcterms:W3CDTF">2026-07-01T22:28:21Z</dcterms:modified>
</cp:coreProperties>
</file>